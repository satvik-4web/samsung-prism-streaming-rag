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428A0"/>
                </a:solidFill>
              </a:defRPr>
            </a:pPr>
            <a:r>
              <a:t>Samsung PRISM Theme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Advanced Conversational AI</a:t>
            </a:r>
          </a:p>
          <a:p>
            <a:r>
              <a:t>Streaming Live RAG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428A0"/>
                </a:solidFill>
              </a:defRPr>
            </a:pPr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build a robust, real-time Conversational AI system that:</a:t>
            </a:r>
          </a:p>
          <a:p>
            <a:pPr lvl="1"/>
            <a:r>
              <a:t>Processes voice and text incrementally with a sub-500ms latency budget.</a:t>
            </a:r>
          </a:p>
          <a:p>
            <a:pPr lvl="1"/>
            <a:r>
              <a:t>Extracts multi-intents dynamically as the user speaks.</a:t>
            </a:r>
          </a:p>
          <a:p>
            <a:pPr lvl="1"/>
            <a:r>
              <a:t>Prevents LLM hallucinations through strict deterministic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428A0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full-stack, event-driven architecture:</a:t>
            </a:r>
          </a:p>
          <a:p>
            <a:pPr lvl="1"/>
            <a:r>
              <a:t>Frontend: React &amp; Vite with HTML5 SpeechSynthesis and WebSockets.</a:t>
            </a:r>
          </a:p>
          <a:p>
            <a:pPr lvl="1"/>
            <a:r>
              <a:t>Backend: Python Uvicorn server utilizing asynchronous async/await.</a:t>
            </a:r>
          </a:p>
          <a:p>
            <a:pPr lvl="1"/>
            <a:r>
              <a:t>Database: FAISS and BM25 retrievers on a custom Markdown knowledge base.</a:t>
            </a:r>
          </a:p>
          <a:p>
            <a:pPr lvl="1"/>
            <a:r>
              <a:t>State Management: Centralized UtteranceBuffer for multi-turn delta refinement.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428A0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Optimized for user experience and speed:</a:t>
            </a:r>
          </a:p>
          <a:p>
            <a:pPr lvl="1"/>
            <a:r>
              <a:t>Continuous Voice Streaming: Chrome speech recognition with manual stop overrides.</a:t>
            </a:r>
          </a:p>
          <a:p>
            <a:pPr lvl="1"/>
            <a:r>
              <a:t>Provisional Retrieval: The AI Controller fetches data before you even finish your sentence (Threshold 0.90).</a:t>
            </a:r>
          </a:p>
          <a:p>
            <a:pPr lvl="1"/>
            <a:r>
              <a:t>Text-to-Speech: Answers are instantly read aloud using native browser APIs.</a:t>
            </a:r>
          </a:p>
          <a:p>
            <a:pPr lvl="1"/>
            <a:r>
              <a:t>Chat UI: Dynamic streaming bubbles and permanent formatted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428A0"/>
                </a:solidFill>
              </a:defRPr>
            </a:pPr>
            <a:r>
              <a:t>Anti-Hallucination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100% accurate responses:</a:t>
            </a:r>
          </a:p>
          <a:p>
            <a:pPr lvl="1"/>
            <a:r>
              <a:t>Deterministic Claim Generation: Maps retrieved chunks 1-to-1 to prevent conflicts.</a:t>
            </a:r>
          </a:p>
          <a:p>
            <a:pPr lvl="1"/>
            <a:r>
              <a:t>Strict Grounding Verifier: Blocks any response that contains unsupported capitalized entities.</a:t>
            </a:r>
          </a:p>
          <a:p>
            <a:pPr lvl="1"/>
            <a:r>
              <a:t>Graceful Degradation: Outputs 'Uncertainty' warnings instead of lying to the user.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428A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Samsung PRISM Theme 4 is fully operational.</a:t>
            </a:r>
          </a:p>
          <a:p>
            <a:pPr lvl="1"/>
            <a:r>
              <a:t>The AI seamlessly handles broad queries, multi-turn contexts, and Samsung-specific troubleshooting.</a:t>
            </a:r>
          </a:p>
          <a:p>
            <a:pPr lvl="1"/>
            <a:r>
              <a:t>Ready for final presentation and Live Demo!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