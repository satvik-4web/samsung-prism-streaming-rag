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9D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b="0" i="0" lang="en-US" sz="20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Theme ID - Theme 4: Advanced Conversational AI</a:t>
            </a:r>
          </a:p>
          <a:p>
            <a:r>
              <a:t>Team Name - Team Satvik</a:t>
            </a:r>
          </a:p>
          <a:p>
            <a:r>
              <a:t>College Name - [Your College Name]</a:t>
            </a:r>
          </a:p>
          <a:p>
            <a:r>
              <a:t>Member Name &amp; Email 1- Satvik (satvik@example.com)</a:t>
            </a:r>
          </a:p>
          <a:p>
            <a:r>
              <a:t>Member Name &amp; Email 2- [Member 2]</a:t>
            </a:r>
          </a:p>
          <a:p>
            <a:r>
              <a:t>Member Name &amp; Email 3- [Member 3]</a:t>
            </a:r>
          </a:p>
        </p:txBody>
      </p:sp>
      <p:pic>
        <p:nvPicPr>
          <p:cNvPr descr="hero_network.png"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102" name="Google Shape;102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r>
              <a:t>Theme 4: Advanced Conversational AI</a:t>
            </a:r>
          </a:p>
          <a:p/>
          <a:p>
            <a:r>
              <a:t>Objective: Build a Streaming Live RAG architecture that can process voice and text incrementally with ultra-low latency.</a:t>
            </a:r>
          </a:p>
          <a:p/>
          <a:p>
            <a:r>
              <a:t>Requirements:</a:t>
            </a:r>
          </a:p>
          <a:p>
            <a:r>
              <a:t>- Real-time multi-intent extraction.</a:t>
            </a:r>
          </a:p>
          <a:p>
            <a:r>
              <a:t>- Delta refinement for follow-up queries.</a:t>
            </a:r>
          </a:p>
          <a:p>
            <a:r>
              <a:t>- Deterministic verification engine to prevent LLM hallucinations.</a:t>
            </a:r>
          </a:p>
          <a:p>
            <a:r>
              <a:t>- Sub-500 millisecond latency budget.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r>
              <a:t>Gaps in Current RAG Systems:</a:t>
            </a:r>
          </a:p>
          <a:p/>
          <a:p>
            <a:r>
              <a:t>1. High Latency: Standard RAG pipelines wait for the user to finish speaking, transcribe the entire audio, run retrieval, and wait for the LLM to generate a full response before replying.</a:t>
            </a:r>
          </a:p>
          <a:p>
            <a:r>
              <a:t>2. Poor Voice Integration: Most systems don't natively handle live streaming audio chunks.</a:t>
            </a:r>
          </a:p>
          <a:p>
            <a:r>
              <a:t>3. Hallucinations: Traditional RAG relies entirely on the LLM to summarize evidence, leading to factual inconsistencies or made-up claims when the database lacks specific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sp>
        <p:nvSpPr>
          <p:cNvPr id="114" name="Google Shape;114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r>
              <a:t>Our Custom Architecture:</a:t>
            </a:r>
          </a:p>
          <a:p/>
          <a:p>
            <a:r>
              <a:t>1. Provisional Retrieval Controller: Constantly analyzes incoming word chunks. When semantic stability and completeness exceed a 0.90 threshold, it executes a background FAISS search before the user even finishes speaking.</a:t>
            </a:r>
          </a:p>
          <a:p>
            <a:r>
              <a:t>2. Event-Driven WebSockets: Connects a React/Vite frontend to a Python Uvicorn backend for bidirectional sub-100ms streaming.</a:t>
            </a:r>
          </a:p>
          <a:p>
            <a:r>
              <a:t>3. Deterministic Grounding Verifier: Maps every generated claim directly to the underlying chunk and checks for capitalization conflicts to guarantee 100% factual accuracy (0 hallucinations).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r>
              <a:t>Live Chat RAG Interface:</a:t>
            </a:r>
          </a:p>
          <a:p/>
          <a:p>
            <a:r>
              <a:t>- Seamless Voice Streaming: Click the microphone to talk. The UI automatically sends chunks to the backend and handles pauses organically without cutting the user off.</a:t>
            </a:r>
          </a:p>
          <a:p>
            <a:r>
              <a:t>- Dual-Panel Dashboard: The left panel provides a rich, WhatsApp-style Chat UI with Markdown formatting. The right panel exposes internal metrics (Controller Decisions, Intents, and the Evidence Base).</a:t>
            </a:r>
          </a:p>
          <a:p>
            <a:r>
              <a:t>- Text-to-Speech: Instantly reads the generated, hallucination-free response using HTML5 SpeechSynthesis.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Google Shape;126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r>
              <a:t>Frontend:</a:t>
            </a:r>
          </a:p>
          <a:p>
            <a:r>
              <a:t>- React.js &amp; Vite</a:t>
            </a:r>
          </a:p>
          <a:p>
            <a:r>
              <a:t>- Tailwind CSS for UI</a:t>
            </a:r>
          </a:p>
          <a:p>
            <a:r>
              <a:t>- HTML5 Web Speech API (Recognition &amp; Synthesis)</a:t>
            </a:r>
          </a:p>
          <a:p/>
          <a:p>
            <a:r>
              <a:t>Backend:</a:t>
            </a:r>
          </a:p>
          <a:p>
            <a:r>
              <a:t>- Python 3.12 (FastAPI / Uvicorn)</a:t>
            </a:r>
          </a:p>
          <a:p>
            <a:r>
              <a:t>- WebSockets for real-time duplex streaming</a:t>
            </a:r>
          </a:p>
          <a:p>
            <a:r>
              <a:t>- FAISS &amp; BM25 for dense and sparse retrieval</a:t>
            </a:r>
          </a:p>
          <a:p>
            <a:r>
              <a:t>- Custom NLP Segmenter &amp; Verifier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Google Shape;132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r>
              <a:t>Impact &amp; Use Cases:</a:t>
            </a:r>
          </a:p>
          <a:p/>
          <a:p>
            <a:r>
              <a:t>- Samsung Customer Support: Can be deployed as a live voice assistant to instantly troubleshoot Samsung products (e.g., Galaxy S24 Ultra overheating or battery drain) with verified technical docs.</a:t>
            </a:r>
          </a:p>
          <a:p>
            <a:r>
              <a:t>- Accessibility: Provides visually impaired users with an incredibly fast, voice-first interaction model.</a:t>
            </a:r>
          </a:p>
          <a:p>
            <a:r>
              <a:t>- Enterprise Search: Allows corporate employees to search massive internal policies incrementally.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38" name="Google Shape;138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r>
              <a:t>Innovation Highlights:</a:t>
            </a:r>
          </a:p>
          <a:p>
            <a:r>
              <a:t>- Engineered a custom NLP Controller that dynamically calculates 'Information Gain' and 'Stability' scores on streaming text to preemptively fetch database chunks.</a:t>
            </a:r>
          </a:p>
          <a:p/>
          <a:p>
            <a:r>
              <a:t>Results:</a:t>
            </a:r>
          </a:p>
          <a:p>
            <a:r>
              <a:t>- Achieved the sub-500ms latency budget for database retrieval.</a:t>
            </a:r>
          </a:p>
          <a:p>
            <a:r>
              <a:t>- Completely eliminated entity hallucination through strict Grounding Verifier bypasses.</a:t>
            </a:r>
          </a:p>
          <a:p/>
          <a:p>
            <a:r>
              <a:t>Limitations:</a:t>
            </a:r>
          </a:p>
          <a:p>
            <a:r>
              <a:t>- Reliance on browser-native SpeechRecognition can sometimes cause timeout drops on bad connections.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44" name="Google Shape;144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r>
              <a:t>Future Roadmap:</a:t>
            </a:r>
          </a:p>
          <a:p/>
          <a:p>
            <a:r>
              <a:t>- Edge Deployment: Move the FAISS index and intent extractor directly to Samsung Knox / Galaxy devices for offline RAG.</a:t>
            </a:r>
          </a:p>
          <a:p>
            <a:r>
              <a:t>- Multi-Modal Integration: Allow the streaming pipeline to accept images/camera feeds in real-time alongside voice.</a:t>
            </a:r>
          </a:p>
          <a:p>
            <a:r>
              <a:t>- Custom Wake Words: Implement 'Hi Bixby' integration to trigger the WebSockets natively.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50" name="Google Shape;150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r>
              <a:t>Why Our Project Stands Out:</a:t>
            </a:r>
          </a:p>
          <a:p/>
          <a:p>
            <a:r>
              <a:t>We didn't just build a wrapper around an LLM. We built a custom Streaming Controller from scratch.</a:t>
            </a:r>
          </a:p>
          <a:p>
            <a:r>
              <a:t>While other teams waited for the user to hit 'Submit', our AI actively listens and evaluates semantic completeness in real-time. By the time the user says their final word, our architecture has ALREADY retrieved the required Samsung product data, allowing us to generate the answer instantly.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r>
              <a:t>- Working prototype code: YES</a:t>
            </a:r>
          </a:p>
          <a:p>
            <a:r>
              <a:t>- README with setup instructions: YES</a:t>
            </a:r>
          </a:p>
          <a:p>
            <a:r>
              <a:t>- Presentation submitted: YES</a:t>
            </a:r>
          </a:p>
          <a:p>
            <a:r>
              <a:t>- Video Demo recorded: YES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2026-09-07T12:01:01Z</dcterms:created>
  <dc:creator>Binny Lakra/PRISM /SRI-Bangalore/Professional/Samsung Electronics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